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Aptos Display"/>
              </a:defRPr>
            </a:pPr>
            <a:r>
              <a:t>ECommerce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60604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75569"/>
                </a:solidFill>
              </a:defRPr>
            </a:pPr>
            <a:r>
              <a:t>A learning project built with modern .NET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703320"/>
            <a:ext cx="379476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ASP.NET Core  •  .NET 10  •  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Aptos"/>
              </a:defRPr>
            </a:pPr>
            <a:r>
              <a:t>What the application is and why it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3108960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full-featured e-commerce web application for customers and administrators.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64008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76272"/>
            <a:ext cx="3108960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Built with ASP.NET Core MVC and Razor Pages using a layered architecture.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5544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554480"/>
            <a:ext cx="64008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76272"/>
            <a:ext cx="3108960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practical learning project focused on real-world .NET architecture.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Build a realistic e-commerce application with modern .NET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Apply layered architecture and separation of concerns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Practice Entity Framework Core and relational database design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Implement authentication, authorization, and role-based access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Use Dependency Injection, Repository, Unit of Work, and Service patterns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Create a maintainable foundation that can be extended later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C#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Programming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361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ASP.NET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93392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Web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32888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32888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.NET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Platform/runtime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532888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532888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9748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MVC + Razor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54680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94176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94176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5876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Entity Framework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15968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ORM / data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94176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694176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5876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SQL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15968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55464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55464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02005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ASP.NET Core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77256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855464"/>
            <a:ext cx="52578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4855464"/>
            <a:ext cx="6400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02005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Bootstrap + JavaScript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77256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Aptos"/>
              </a:defRPr>
            </a:pPr>
            <a:r>
              <a:t>Separation of concerns across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37160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37160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93392"/>
            <a:ext cx="950976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MVC Controllers • Views • Razor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6888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46888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3347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90672"/>
            <a:ext cx="950976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Services • Business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6616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6616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73075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Data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87952"/>
            <a:ext cx="950976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Repositories • Unit of Work • EF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66344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66344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1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85231"/>
            <a:ext cx="950976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SQL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Authentication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4008" cy="39776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3108960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Registration and login</a:t>
            </a:r>
            <a:br/>
            <a:r>
              <a:t>Email confirmation</a:t>
            </a:r>
            <a:br/>
            <a:r>
              <a:t>Password reset</a:t>
            </a:r>
            <a:br/>
            <a:r>
              <a:t>Two-factor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64008" cy="39776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84832"/>
            <a:ext cx="3108960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Role-based access control</a:t>
            </a:r>
            <a:br/>
            <a:r>
              <a:t>Admin permissions</a:t>
            </a:r>
            <a:br/>
            <a:r>
              <a:t>Customer permissions</a:t>
            </a:r>
            <a:br/>
            <a:r>
              <a:t>Attribute-based authorization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463040"/>
            <a:ext cx="64008" cy="39776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084832"/>
            <a:ext cx="3108960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HTTPS</a:t>
            </a:r>
            <a:br/>
            <a:r>
              <a:t>HSTS</a:t>
            </a:r>
            <a:br/>
            <a:r>
              <a:t>Anti-CSRF protection</a:t>
            </a:r>
            <a:br/>
            <a:r>
              <a:t>Audit logging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Product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64008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4846320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Create, edit, and delete products</a:t>
            </a:r>
            <a:br/>
            <a:br/>
            <a:r>
              <a:t>Manage categories</a:t>
            </a:r>
            <a:br/>
            <a:br/>
            <a:r>
              <a:t>Track inventory</a:t>
            </a:r>
            <a:br/>
            <a:br/>
            <a:r>
              <a:t>Monitor low-stock 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64008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1907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76272"/>
            <a:ext cx="4846320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Browse products</a:t>
            </a:r>
            <a:br/>
            <a:br/>
            <a:r>
              <a:t>Search and filter</a:t>
            </a:r>
            <a:br/>
            <a:br/>
            <a:r>
              <a:t>View product details</a:t>
            </a:r>
            <a:br/>
            <a:br/>
            <a:r>
              <a:t>Read and write 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Shopping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Aptos"/>
              </a:defRPr>
            </a:pPr>
            <a:r>
              <a:t>Typical customer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68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7128" y="2468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Browse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1296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31336" y="2468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95544" y="2468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9752" y="2468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Checkout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2468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8128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88168" y="2468880"/>
            <a:ext cx="1325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Cart &amp; Order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64008" cy="39776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Shopping Cart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30552"/>
            <a:ext cx="3108960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Add items</a:t>
            </a:r>
            <a:br/>
            <a:r>
              <a:t>Remove items</a:t>
            </a:r>
            <a:br/>
            <a:r>
              <a:t>Update quantities</a:t>
            </a:r>
            <a:br/>
            <a:r>
              <a:t>Calculate totals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64008" cy="39776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7335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30552"/>
            <a:ext cx="3108960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Create orders</a:t>
            </a:r>
            <a:br/>
            <a:r>
              <a:t>Store shipping information</a:t>
            </a:r>
            <a:br/>
            <a:r>
              <a:t>View order history</a:t>
            </a:r>
            <a:br/>
            <a:r>
              <a:t>Track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0876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508760"/>
            <a:ext cx="64008" cy="39776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7335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Order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30552"/>
            <a:ext cx="3108960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Pending</a:t>
            </a:r>
            <a:br/>
            <a:r>
              <a:t>Processing</a:t>
            </a:r>
            <a:br/>
            <a:r>
              <a:t>Shipped</a:t>
            </a:r>
            <a:br/>
            <a:r>
              <a:t>Delivered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Admin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306324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Products, categories, 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41732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39112"/>
            <a:ext cx="306324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View and manage customer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41732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39112"/>
            <a:ext cx="306324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Users and role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935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50791"/>
            <a:ext cx="306324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Sales, best-selling, low-stock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342900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5935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050791"/>
            <a:ext cx="306324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Track important system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3429000"/>
            <a:ext cx="64008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5935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050791"/>
            <a:ext cx="306324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Admin-only authorization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Domain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ApplicationUser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21945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Identity user + custom properties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0440" y="14173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039112"/>
            <a:ext cx="21945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Name, price, stock,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39112"/>
            <a:ext cx="21945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Product organization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20" y="14173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581912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039112"/>
            <a:ext cx="19202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Customer 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2461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7400" y="32461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4107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Cart / CartItem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67911"/>
            <a:ext cx="21945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Saved products + quantities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32461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32461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4107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867911"/>
            <a:ext cx="21945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Customer purchase +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2461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79" y="32461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4107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OrderItem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867911"/>
            <a:ext cx="21945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Products within an order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Design Patterns &amp; Practices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310896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Abstracts database access from the rest of the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3619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Unit of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93392"/>
            <a:ext cx="310896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Coordinates repositories and database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3619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Service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93392"/>
            <a:ext cx="310896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Keeps business logic separate from controllers.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6576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82219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Dependency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79392"/>
            <a:ext cx="310896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Provides dependencies and reduces tight coupling.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6576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ViewModels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9392"/>
            <a:ext cx="310896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Shapes data for the UI without exposing domain concerns.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Code Quality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SOLID principles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Separation of concerns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Dependency Injection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Async/Await for non-blocking operations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Centralized business logic through services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ViewModels for presentation concerns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Error handling and logging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Maintainable and extensible 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97180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Redis caching</a:t>
            </a:r>
            <a:br/>
            <a:r>
              <a:t>Database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361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93392"/>
            <a:ext cx="297180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Elasticsearch</a:t>
            </a:r>
            <a:br/>
            <a:r>
              <a:t>Advanced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361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93392"/>
            <a:ext cx="297180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Email notifications</a:t>
            </a:r>
            <a:br/>
            <a:r>
              <a:t>SignalR real-time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935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50791"/>
            <a:ext cx="297180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Flutter or another mobile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290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42900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935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ptos Display"/>
              </a:defRPr>
            </a:pPr>
            <a:r>
              <a:t>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50791"/>
            <a:ext cx="297180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Product recommendations</a:t>
            </a:r>
            <a:br/>
            <a:r>
              <a:t>Advanced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What This Project Demonstrates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Practical ASP.NET Core development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Real-world layered architecture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Database and EF Core experience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Authentication and authorization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Design patterns and maintainable code</a:t>
            </a:r>
          </a:p>
          <a:p>
            <a:pPr>
              <a:spcAft>
                <a:spcPts val="12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A foundation for more advanced .NET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